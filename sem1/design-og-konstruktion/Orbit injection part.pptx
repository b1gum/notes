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7" d="100"/>
          <a:sy n="97" d="100"/>
        </p:scale>
        <p:origin x="11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5D15C-AC4E-472E-B9B4-0E3848EB0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FE1E278-C60E-DA61-0F10-489E53358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A8C183C-2E51-A513-7A89-9F0616DE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3934213-FEF4-208A-AB14-16FC4171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451BEDE-9D7A-DD29-831B-A246DF24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1108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3A5F1A-2361-F3BD-0ECE-77B66483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6988F10-5286-E4E9-F868-3BC609C9B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7AE9EEE-1CD6-BCB3-43A6-D770EDB2E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B0A3D28-A5E7-F87E-6C71-B4A4AC4F1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89B4B07-DA12-BA78-5B5B-9D9BC4F8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0793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A07AC-D63C-28C5-FC80-E608834A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9B7099F-0411-456B-7A77-A74B89E33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E9D4652-3E48-FD79-F092-C0A84E5A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A4781DB-63D5-9A84-A0BB-C39592951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31B06F8-18C9-A62C-510D-B93545BB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368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153E2-E07D-036E-FA23-F4CA13BE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1E00FD-12E5-766B-702C-6078DE449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42FDB45-AED0-FC91-1B80-C236E3233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F775A9D-835F-FA11-4DE4-7D824CA8D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336C102-1BD4-4A8F-839E-4AA95B26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CF73BBB-ADAA-70CE-D2FF-CE3B555C6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562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AA2AD-159D-605A-947D-7EDAB6294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8024352-4175-64F2-771E-531A0580E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7C873FF-7D90-E082-09F8-3301FBE2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5F5A86F7-C4A0-EC8A-295E-EFB541F0B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50FCD9E8-36CF-735D-8F05-E3CF93361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3F807EF2-5FCD-D1C6-F21A-993A1517D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32EA8CD-A78A-3DAD-6ECB-3D66111B2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9F557856-E58D-E6A6-3A9A-F263BD755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4442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21755-1B7F-0CE5-F16C-2573FFAA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2EAD2C9-26CE-B665-821C-4F3CA36C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FAE45A0C-DF8F-AF0C-28A1-E013235A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985AD65F-4DA9-4E70-587E-B9103223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0949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79C59850-C760-0621-B9E9-25D832C5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FDA548A3-A6B5-FB0A-81C7-6780748A7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99E8300-A64A-CD0F-CD04-05156970C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764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C60E2-94D4-00B2-E4D8-1E2FBD76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55AD4F-799D-13E0-836C-22D74A6AB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FB30619-F59C-8073-63D9-314E44FBA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E7969992-D320-BB28-85B6-0AA3BCA0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CCD8642-D3F1-0B69-4202-5BA891AF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288C2C4-04BF-53D4-4954-E268E155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538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6F685E-0760-D304-16AD-38410D76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7253B244-67D5-CAE0-9887-0463C9E9BC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4C3B9DFF-C191-B9B2-B132-13C01C5C8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93539D2-DB83-B7D4-4AA4-FA9C22FF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8340636-1299-0AB2-C2CF-12A593A8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B7BCDBA1-2F85-936A-0DB7-CA163B65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9336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46671-B69D-68B9-8E50-87347922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E5AE8FE-88E9-EA45-D1B7-669C9A14C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E43B097-2B04-95A3-F9AD-A4BC7868C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21BDDB7-2A94-8252-1151-8E8FC69A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079B15A-53D8-63EB-604E-28288092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066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190E0D53-F13B-4547-B893-FF5CF2C541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09F1B87-E462-8F81-B677-A0F4CA495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E75F33B-84A3-8235-73FB-9ABC0E00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3E1DC34-D5E4-2803-31CE-F6EECD81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3C27681-0566-9436-C199-6E74F242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8141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9FC5913D-D03F-4D4A-9F1D-BB8C7409A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7E1FA56-FB27-BE82-4CED-337F5B393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2B1488-F2CC-9F5F-880F-F1CF989C26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5CE96D-B15E-6642-A5B2-6D837AED37AD}" type="datetimeFigureOut">
              <a:rPr lang="da-DK" smtClean="0"/>
              <a:t>10.10.2024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AD53908-E3A1-FD56-62C7-2A9E85CCF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0340C68-9746-D489-F575-FC0D5C62A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1AC61-8C5F-DB43-9C3F-AA7864350BDB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2452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EB65EB-5ECE-A6B2-2994-68D14FB38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da-DK" sz="5200"/>
              <a:t>Orbit Injection (grp. 2)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B73A8899-C847-258E-FDFF-0D4DB912D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4984813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da-DK"/>
              <a:t>Noah R. B. Hansen</a:t>
            </a:r>
          </a:p>
        </p:txBody>
      </p:sp>
      <p:pic>
        <p:nvPicPr>
          <p:cNvPr id="5" name="Billede 4" descr="Et billede, der indeholder person, gulv, negl/søm/nål, finger&#10;&#10;Automatisk genereret beskrivelse">
            <a:extLst>
              <a:ext uri="{FF2B5EF4-FFF2-40B4-BE49-F238E27FC236}">
                <a16:creationId xmlns:a16="http://schemas.microsoft.com/office/drawing/2014/main" id="{62FA3D26-98C7-42A7-44EB-2E907A066C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352" b="-2"/>
          <a:stretch/>
        </p:blipFill>
        <p:spPr>
          <a:xfrm rot="5400000">
            <a:off x="-426243" y="426244"/>
            <a:ext cx="6858000" cy="600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6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F8E0D-3902-E6C9-39F4-DD07EF82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Målsat skitse</a:t>
            </a:r>
            <a:endParaRPr lang="da-DK" dirty="0"/>
          </a:p>
        </p:txBody>
      </p:sp>
      <p:pic>
        <p:nvPicPr>
          <p:cNvPr id="5" name="Pladsholder til indhold 4" descr="Et billede, der indeholder tekst, diagram, håndskrift, tegning&#10;&#10;Automatisk genereret beskrivelse">
            <a:extLst>
              <a:ext uri="{FF2B5EF4-FFF2-40B4-BE49-F238E27FC236}">
                <a16:creationId xmlns:a16="http://schemas.microsoft.com/office/drawing/2014/main" id="{D77C7F74-9A6C-44ED-71FE-6C0A85829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0533" y="70933"/>
            <a:ext cx="3897260" cy="6787067"/>
          </a:xfrm>
        </p:spPr>
      </p:pic>
      <p:pic>
        <p:nvPicPr>
          <p:cNvPr id="6" name="Billede 5">
            <a:extLst>
              <a:ext uri="{FF2B5EF4-FFF2-40B4-BE49-F238E27FC236}">
                <a16:creationId xmlns:a16="http://schemas.microsoft.com/office/drawing/2014/main" id="{9222F856-7DA6-41FE-4B50-A60626DBF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793" y="26231"/>
            <a:ext cx="38242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6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A46B2-78BE-0453-3328-FB092EE1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Solidworks</a:t>
            </a:r>
            <a:r>
              <a:rPr lang="da-DK" dirty="0"/>
              <a:t>-model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F1E40F-6D38-EA36-4CB8-3CA4A479C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HOP IND I SOLIDWORKS OG CUT DET HER SLIDE FRA DEN ENDELIGE OPTAGELSE! IK OGS?!</a:t>
            </a:r>
          </a:p>
        </p:txBody>
      </p:sp>
    </p:spTree>
    <p:extLst>
      <p:ext uri="{BB962C8B-B14F-4D97-AF65-F5344CB8AC3E}">
        <p14:creationId xmlns:p14="http://schemas.microsoft.com/office/powerpoint/2010/main" val="324907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899ECF-25E7-5699-B3EA-2C57F5F0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Opmåling af parten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10F185A1-4A6B-0FD0-D1FE-AE78EC6B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55575" y="2503445"/>
            <a:ext cx="3166950" cy="2375213"/>
          </a:xfrm>
          <a:prstGeom prst="rect">
            <a:avLst/>
          </a:prstGeom>
        </p:spPr>
      </p:pic>
      <p:pic>
        <p:nvPicPr>
          <p:cNvPr id="14" name="Billede 13" descr="Et billede, der indeholder skærmbillede, tekst, software, Multimediesoftware&#10;&#10;Automatisk genereret beskrivelse">
            <a:extLst>
              <a:ext uri="{FF2B5EF4-FFF2-40B4-BE49-F238E27FC236}">
                <a16:creationId xmlns:a16="http://schemas.microsoft.com/office/drawing/2014/main" id="{D2A89489-D68B-D682-FB39-F8DFD7081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10" r="30663"/>
          <a:stretch/>
        </p:blipFill>
        <p:spPr>
          <a:xfrm>
            <a:off x="10182896" y="3492204"/>
            <a:ext cx="1929278" cy="3132806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D803CCE6-3DDC-82A7-90D5-DA49F4926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402401" y="3869205"/>
            <a:ext cx="3166948" cy="2375211"/>
          </a:xfrm>
          <a:prstGeom prst="rect">
            <a:avLst/>
          </a:prstGeom>
        </p:spPr>
      </p:pic>
      <p:pic>
        <p:nvPicPr>
          <p:cNvPr id="16" name="Billede 15" descr="Et billede, der indeholder skærmbillede, tekst, software, Multimediesoftware&#10;&#10;Automatisk genereret beskrivelse">
            <a:extLst>
              <a:ext uri="{FF2B5EF4-FFF2-40B4-BE49-F238E27FC236}">
                <a16:creationId xmlns:a16="http://schemas.microsoft.com/office/drawing/2014/main" id="{FA08D57C-0B1B-35A0-CD40-343C54DB9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575"/>
          <a:stretch/>
        </p:blipFill>
        <p:spPr>
          <a:xfrm>
            <a:off x="9173480" y="3492204"/>
            <a:ext cx="995593" cy="3141107"/>
          </a:xfrm>
          <a:prstGeom prst="rect">
            <a:avLst/>
          </a:prstGeom>
        </p:spPr>
      </p:pic>
      <p:pic>
        <p:nvPicPr>
          <p:cNvPr id="19" name="Billede 18" descr="Et billede, der indeholder tekst, software, Multimediesoftware, skærmbillede&#10;&#10;Automatisk genereret beskrivelse">
            <a:extLst>
              <a:ext uri="{FF2B5EF4-FFF2-40B4-BE49-F238E27FC236}">
                <a16:creationId xmlns:a16="http://schemas.microsoft.com/office/drawing/2014/main" id="{3F0F221F-44B4-4CB1-C982-0E852B9C0B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691" t="523" r="17487" b="-523"/>
          <a:stretch/>
        </p:blipFill>
        <p:spPr>
          <a:xfrm>
            <a:off x="4206127" y="2107576"/>
            <a:ext cx="2121573" cy="3271471"/>
          </a:xfrm>
          <a:prstGeom prst="rect">
            <a:avLst/>
          </a:prstGeom>
        </p:spPr>
      </p:pic>
      <p:pic>
        <p:nvPicPr>
          <p:cNvPr id="20" name="Billede 19" descr="Et billede, der indeholder tekst, software, Multimediesoftware, skærmbillede&#10;&#10;Automatisk genereret beskrivelse">
            <a:extLst>
              <a:ext uri="{FF2B5EF4-FFF2-40B4-BE49-F238E27FC236}">
                <a16:creationId xmlns:a16="http://schemas.microsoft.com/office/drawing/2014/main" id="{E2DB6779-04BC-6AEB-EF0B-CB4CFE18D5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2811"/>
          <a:stretch/>
        </p:blipFill>
        <p:spPr>
          <a:xfrm>
            <a:off x="2737618" y="2092301"/>
            <a:ext cx="1468509" cy="3270023"/>
          </a:xfrm>
          <a:prstGeom prst="rect">
            <a:avLst/>
          </a:prstGeom>
        </p:spPr>
      </p:pic>
      <p:pic>
        <p:nvPicPr>
          <p:cNvPr id="22" name="Billede 21" descr="Et billede, der indeholder tekst, skærmbillede, Grafiksoftware, diagram&#10;&#10;Automatisk genereret beskrivelse">
            <a:extLst>
              <a:ext uri="{FF2B5EF4-FFF2-40B4-BE49-F238E27FC236}">
                <a16:creationId xmlns:a16="http://schemas.microsoft.com/office/drawing/2014/main" id="{D12E76E1-83F5-88A6-CE85-14C4DEE709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3010" t="8320" r="8096" b="2929"/>
          <a:stretch/>
        </p:blipFill>
        <p:spPr>
          <a:xfrm>
            <a:off x="10413281" y="203313"/>
            <a:ext cx="1468508" cy="3166949"/>
          </a:xfrm>
          <a:prstGeom prst="rect">
            <a:avLst/>
          </a:prstGeom>
        </p:spPr>
      </p:pic>
      <p:pic>
        <p:nvPicPr>
          <p:cNvPr id="23" name="Billede 22" descr="Et billede, der indeholder tekst, skærmbillede, Grafiksoftware, diagram&#10;&#10;Automatisk genereret beskrivelse">
            <a:extLst>
              <a:ext uri="{FF2B5EF4-FFF2-40B4-BE49-F238E27FC236}">
                <a16:creationId xmlns:a16="http://schemas.microsoft.com/office/drawing/2014/main" id="{68D336B1-E921-EFC5-8A13-1F88DD9FB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1973"/>
          <a:stretch/>
        </p:blipFill>
        <p:spPr>
          <a:xfrm>
            <a:off x="9136459" y="107211"/>
            <a:ext cx="1243503" cy="3166951"/>
          </a:xfrm>
          <a:prstGeom prst="rect">
            <a:avLst/>
          </a:prstGeom>
        </p:spPr>
      </p:pic>
      <p:pic>
        <p:nvPicPr>
          <p:cNvPr id="27" name="Billede 26" descr="Et billede, der indeholder elektronik, værktøj, gulv, indendørs&#10;&#10;Automatisk genereret beskrivelse">
            <a:extLst>
              <a:ext uri="{FF2B5EF4-FFF2-40B4-BE49-F238E27FC236}">
                <a16:creationId xmlns:a16="http://schemas.microsoft.com/office/drawing/2014/main" id="{7BDE93C3-F339-FAC2-10D9-DE30BCEDAC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332058" y="503081"/>
            <a:ext cx="3166950" cy="237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5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36</Words>
  <Application>Microsoft Macintosh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Office-tema</vt:lpstr>
      <vt:lpstr>Orbit Injection (grp. 2)</vt:lpstr>
      <vt:lpstr>Målsat skitse</vt:lpstr>
      <vt:lpstr>Solidworks-model</vt:lpstr>
      <vt:lpstr>Opmåling af parten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Hansen</dc:creator>
  <cp:lastModifiedBy>Noah Hansen</cp:lastModifiedBy>
  <cp:revision>1</cp:revision>
  <dcterms:created xsi:type="dcterms:W3CDTF">2024-10-10T20:09:26Z</dcterms:created>
  <dcterms:modified xsi:type="dcterms:W3CDTF">2024-10-10T20:53:19Z</dcterms:modified>
</cp:coreProperties>
</file>